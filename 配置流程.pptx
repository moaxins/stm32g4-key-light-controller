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803" r:id="rId3"/>
    <p:sldId id="269" r:id="rId4"/>
    <p:sldId id="794" r:id="rId5"/>
    <p:sldId id="795" r:id="rId6"/>
    <p:sldId id="796" r:id="rId7"/>
    <p:sldId id="797" r:id="rId8"/>
    <p:sldId id="798" r:id="rId9"/>
    <p:sldId id="799" r:id="rId10"/>
    <p:sldId id="800" r:id="rId11"/>
    <p:sldId id="801" r:id="rId12"/>
    <p:sldId id="802" r:id="rId13"/>
    <p:sldId id="279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710004"/>
    <a:srgbClr val="871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748" y="1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7ED797-5D14-4246-8F4D-4CFEAB711A9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4FF8D-1CA2-44B7-B6F1-D71A4C5C8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9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4FF8D-1CA2-44B7-B6F1-D71A4C5C89D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098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3810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0129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6504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1520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2701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3374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1333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563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3580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0333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4FF8D-1CA2-44B7-B6F1-D71A4C5C89D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472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DA90-B9F7-467F-B4E3-38AB7B297DB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25F5A-7D5F-4694-BACF-FC8801F61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936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DA90-B9F7-467F-B4E3-38AB7B297DB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25F5A-7D5F-4694-BACF-FC8801F61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63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DA90-B9F7-467F-B4E3-38AB7B297DB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25F5A-7D5F-4694-BACF-FC8801F61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993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DA90-B9F7-467F-B4E3-38AB7B297DB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25F5A-7D5F-4694-BACF-FC8801F61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517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DA90-B9F7-467F-B4E3-38AB7B297DB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25F5A-7D5F-4694-BACF-FC8801F61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75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DA90-B9F7-467F-B4E3-38AB7B297DB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25F5A-7D5F-4694-BACF-FC8801F61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18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DA90-B9F7-467F-B4E3-38AB7B297DB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25F5A-7D5F-4694-BACF-FC8801F61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908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DA90-B9F7-467F-B4E3-38AB7B297DB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25F5A-7D5F-4694-BACF-FC8801F61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66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DA90-B9F7-467F-B4E3-38AB7B297DB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25F5A-7D5F-4694-BACF-FC8801F61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645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DA90-B9F7-467F-B4E3-38AB7B297DB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25F5A-7D5F-4694-BACF-FC8801F61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42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DA90-B9F7-467F-B4E3-38AB7B297DB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25F5A-7D5F-4694-BACF-FC8801F61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810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00190" y="185420"/>
            <a:ext cx="5308600" cy="9779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76885"/>
            <a:ext cx="10681335" cy="416560"/>
          </a:xfrm>
        </p:spPr>
        <p:txBody>
          <a:bodyPr/>
          <a:lstStyle>
            <a:lvl1pPr>
              <a:defRPr sz="2000">
                <a:solidFill>
                  <a:srgbClr val="F8520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551180" y="569595"/>
            <a:ext cx="76200" cy="209550"/>
          </a:xfrm>
          <a:prstGeom prst="rect">
            <a:avLst/>
          </a:prstGeom>
          <a:solidFill>
            <a:srgbClr val="F85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55015" y="1341120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84065" y="5949315"/>
            <a:ext cx="742061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13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DA90-B9F7-467F-B4E3-38AB7B297DB7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25F5A-7D5F-4694-BACF-FC8801F61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69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10" Type="http://schemas.openxmlformats.org/officeDocument/2006/relationships/image" Target="../media/image13.emf"/><Relationship Id="rId4" Type="http://schemas.openxmlformats.org/officeDocument/2006/relationships/image" Target="../media/image7.emf"/><Relationship Id="rId9" Type="http://schemas.openxmlformats.org/officeDocument/2006/relationships/image" Target="../media/image1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 27"/>
          <p:cNvSpPr/>
          <p:nvPr/>
        </p:nvSpPr>
        <p:spPr>
          <a:xfrm>
            <a:off x="0" y="5892799"/>
            <a:ext cx="12192000" cy="965201"/>
          </a:xfrm>
          <a:custGeom>
            <a:avLst/>
            <a:gdLst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0 w 10231360"/>
              <a:gd name="connsiteY3" fmla="*/ 458936 h 902627"/>
              <a:gd name="connsiteX4" fmla="*/ 401188 w 10231360"/>
              <a:gd name="connsiteY4" fmla="*/ 411519 h 902627"/>
              <a:gd name="connsiteX5" fmla="*/ 9532071 w 10231360"/>
              <a:gd name="connsiteY5" fmla="*/ 2711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401188 w 10231360"/>
              <a:gd name="connsiteY4" fmla="*/ 4115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401188 w 10231360"/>
              <a:gd name="connsiteY4" fmla="*/ 4115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477388 w 10231360"/>
              <a:gd name="connsiteY4" fmla="*/ 5258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477388 w 10231360"/>
              <a:gd name="connsiteY4" fmla="*/ 5258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553588 w 10231360"/>
              <a:gd name="connsiteY4" fmla="*/ 5766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553588 w 10231360"/>
              <a:gd name="connsiteY4" fmla="*/ 5766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553588 w 10231360"/>
              <a:gd name="connsiteY4" fmla="*/ 5766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553588 w 10231360"/>
              <a:gd name="connsiteY4" fmla="*/ 5766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553588 w 10231360"/>
              <a:gd name="connsiteY4" fmla="*/ 5766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19372 h 921999"/>
              <a:gd name="connsiteX1" fmla="*/ 10231360 w 10231360"/>
              <a:gd name="connsiteY1" fmla="*/ 921999 h 921999"/>
              <a:gd name="connsiteX2" fmla="*/ 0 w 10231360"/>
              <a:gd name="connsiteY2" fmla="*/ 921999 h 921999"/>
              <a:gd name="connsiteX3" fmla="*/ 25400 w 10231360"/>
              <a:gd name="connsiteY3" fmla="*/ 884708 h 921999"/>
              <a:gd name="connsiteX4" fmla="*/ 553588 w 10231360"/>
              <a:gd name="connsiteY4" fmla="*/ 595991 h 921999"/>
              <a:gd name="connsiteX5" fmla="*/ 9532071 w 10231360"/>
              <a:gd name="connsiteY5" fmla="*/ 22083 h 921999"/>
              <a:gd name="connsiteX6" fmla="*/ 10231360 w 10231360"/>
              <a:gd name="connsiteY6" fmla="*/ 19372 h 921999"/>
              <a:gd name="connsiteX0" fmla="*/ 10231360 w 10231360"/>
              <a:gd name="connsiteY0" fmla="*/ 23603 h 926230"/>
              <a:gd name="connsiteX1" fmla="*/ 10231360 w 10231360"/>
              <a:gd name="connsiteY1" fmla="*/ 926230 h 926230"/>
              <a:gd name="connsiteX2" fmla="*/ 0 w 10231360"/>
              <a:gd name="connsiteY2" fmla="*/ 926230 h 926230"/>
              <a:gd name="connsiteX3" fmla="*/ 25400 w 10231360"/>
              <a:gd name="connsiteY3" fmla="*/ 888939 h 926230"/>
              <a:gd name="connsiteX4" fmla="*/ 553588 w 10231360"/>
              <a:gd name="connsiteY4" fmla="*/ 600222 h 926230"/>
              <a:gd name="connsiteX5" fmla="*/ 9532071 w 10231360"/>
              <a:gd name="connsiteY5" fmla="*/ 26314 h 926230"/>
              <a:gd name="connsiteX6" fmla="*/ 10231360 w 10231360"/>
              <a:gd name="connsiteY6" fmla="*/ 23603 h 926230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553588 w 10231360"/>
              <a:gd name="connsiteY4" fmla="*/ 5766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40885 w 10240885"/>
              <a:gd name="connsiteY0" fmla="*/ 0 h 969302"/>
              <a:gd name="connsiteX1" fmla="*/ 10231360 w 10240885"/>
              <a:gd name="connsiteY1" fmla="*/ 969302 h 969302"/>
              <a:gd name="connsiteX2" fmla="*/ 0 w 10240885"/>
              <a:gd name="connsiteY2" fmla="*/ 969302 h 969302"/>
              <a:gd name="connsiteX3" fmla="*/ 25400 w 10240885"/>
              <a:gd name="connsiteY3" fmla="*/ 932011 h 969302"/>
              <a:gd name="connsiteX4" fmla="*/ 553588 w 10240885"/>
              <a:gd name="connsiteY4" fmla="*/ 643294 h 969302"/>
              <a:gd name="connsiteX5" fmla="*/ 9532071 w 10240885"/>
              <a:gd name="connsiteY5" fmla="*/ 69386 h 969302"/>
              <a:gd name="connsiteX6" fmla="*/ 10240885 w 10240885"/>
              <a:gd name="connsiteY6" fmla="*/ 0 h 969302"/>
              <a:gd name="connsiteX0" fmla="*/ 10240885 w 10240885"/>
              <a:gd name="connsiteY0" fmla="*/ 6814 h 976116"/>
              <a:gd name="connsiteX1" fmla="*/ 10231360 w 10240885"/>
              <a:gd name="connsiteY1" fmla="*/ 976116 h 976116"/>
              <a:gd name="connsiteX2" fmla="*/ 0 w 10240885"/>
              <a:gd name="connsiteY2" fmla="*/ 976116 h 976116"/>
              <a:gd name="connsiteX3" fmla="*/ 25400 w 10240885"/>
              <a:gd name="connsiteY3" fmla="*/ 938825 h 976116"/>
              <a:gd name="connsiteX4" fmla="*/ 553588 w 10240885"/>
              <a:gd name="connsiteY4" fmla="*/ 650108 h 976116"/>
              <a:gd name="connsiteX5" fmla="*/ 9541596 w 10240885"/>
              <a:gd name="connsiteY5" fmla="*/ 0 h 976116"/>
              <a:gd name="connsiteX6" fmla="*/ 10240885 w 10240885"/>
              <a:gd name="connsiteY6" fmla="*/ 6814 h 976116"/>
              <a:gd name="connsiteX0" fmla="*/ 10240885 w 10240885"/>
              <a:gd name="connsiteY0" fmla="*/ 6814 h 976116"/>
              <a:gd name="connsiteX1" fmla="*/ 10231360 w 10240885"/>
              <a:gd name="connsiteY1" fmla="*/ 976116 h 976116"/>
              <a:gd name="connsiteX2" fmla="*/ 0 w 10240885"/>
              <a:gd name="connsiteY2" fmla="*/ 976116 h 976116"/>
              <a:gd name="connsiteX3" fmla="*/ 25400 w 10240885"/>
              <a:gd name="connsiteY3" fmla="*/ 938825 h 976116"/>
              <a:gd name="connsiteX4" fmla="*/ 553588 w 10240885"/>
              <a:gd name="connsiteY4" fmla="*/ 650108 h 976116"/>
              <a:gd name="connsiteX5" fmla="*/ 9541596 w 10240885"/>
              <a:gd name="connsiteY5" fmla="*/ 0 h 976116"/>
              <a:gd name="connsiteX6" fmla="*/ 10240885 w 10240885"/>
              <a:gd name="connsiteY6" fmla="*/ 6814 h 976116"/>
              <a:gd name="connsiteX0" fmla="*/ 10240885 w 10240885"/>
              <a:gd name="connsiteY0" fmla="*/ 6814 h 976116"/>
              <a:gd name="connsiteX1" fmla="*/ 10231360 w 10240885"/>
              <a:gd name="connsiteY1" fmla="*/ 976116 h 976116"/>
              <a:gd name="connsiteX2" fmla="*/ 0 w 10240885"/>
              <a:gd name="connsiteY2" fmla="*/ 976116 h 976116"/>
              <a:gd name="connsiteX3" fmla="*/ 25400 w 10240885"/>
              <a:gd name="connsiteY3" fmla="*/ 938825 h 976116"/>
              <a:gd name="connsiteX4" fmla="*/ 553588 w 10240885"/>
              <a:gd name="connsiteY4" fmla="*/ 650108 h 976116"/>
              <a:gd name="connsiteX5" fmla="*/ 9541596 w 10240885"/>
              <a:gd name="connsiteY5" fmla="*/ 0 h 976116"/>
              <a:gd name="connsiteX6" fmla="*/ 10240885 w 10240885"/>
              <a:gd name="connsiteY6" fmla="*/ 6814 h 976116"/>
              <a:gd name="connsiteX0" fmla="*/ 10240885 w 10240885"/>
              <a:gd name="connsiteY0" fmla="*/ 6814 h 976116"/>
              <a:gd name="connsiteX1" fmla="*/ 10231360 w 10240885"/>
              <a:gd name="connsiteY1" fmla="*/ 976116 h 976116"/>
              <a:gd name="connsiteX2" fmla="*/ 0 w 10240885"/>
              <a:gd name="connsiteY2" fmla="*/ 976116 h 976116"/>
              <a:gd name="connsiteX3" fmla="*/ 25400 w 10240885"/>
              <a:gd name="connsiteY3" fmla="*/ 938825 h 976116"/>
              <a:gd name="connsiteX4" fmla="*/ 553588 w 10240885"/>
              <a:gd name="connsiteY4" fmla="*/ 650108 h 976116"/>
              <a:gd name="connsiteX5" fmla="*/ 9541596 w 10240885"/>
              <a:gd name="connsiteY5" fmla="*/ 0 h 976116"/>
              <a:gd name="connsiteX6" fmla="*/ 10240885 w 10240885"/>
              <a:gd name="connsiteY6" fmla="*/ 6814 h 976116"/>
              <a:gd name="connsiteX0" fmla="*/ 10240885 w 10240885"/>
              <a:gd name="connsiteY0" fmla="*/ 6814 h 976116"/>
              <a:gd name="connsiteX1" fmla="*/ 10231360 w 10240885"/>
              <a:gd name="connsiteY1" fmla="*/ 976116 h 976116"/>
              <a:gd name="connsiteX2" fmla="*/ 0 w 10240885"/>
              <a:gd name="connsiteY2" fmla="*/ 976116 h 976116"/>
              <a:gd name="connsiteX3" fmla="*/ 25400 w 10240885"/>
              <a:gd name="connsiteY3" fmla="*/ 938825 h 976116"/>
              <a:gd name="connsiteX4" fmla="*/ 553588 w 10240885"/>
              <a:gd name="connsiteY4" fmla="*/ 650108 h 976116"/>
              <a:gd name="connsiteX5" fmla="*/ 9541596 w 10240885"/>
              <a:gd name="connsiteY5" fmla="*/ 0 h 976116"/>
              <a:gd name="connsiteX6" fmla="*/ 10240885 w 10240885"/>
              <a:gd name="connsiteY6" fmla="*/ 6814 h 97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40885" h="976116">
                <a:moveTo>
                  <a:pt x="10240885" y="6814"/>
                </a:moveTo>
                <a:lnTo>
                  <a:pt x="10231360" y="976116"/>
                </a:lnTo>
                <a:lnTo>
                  <a:pt x="0" y="976116"/>
                </a:lnTo>
                <a:lnTo>
                  <a:pt x="25400" y="938825"/>
                </a:lnTo>
                <a:cubicBezTo>
                  <a:pt x="165479" y="827769"/>
                  <a:pt x="311909" y="716714"/>
                  <a:pt x="553588" y="650108"/>
                </a:cubicBezTo>
                <a:cubicBezTo>
                  <a:pt x="2924822" y="-19185"/>
                  <a:pt x="5922313" y="29360"/>
                  <a:pt x="9541596" y="0"/>
                </a:cubicBezTo>
                <a:cubicBezTo>
                  <a:pt x="9784217" y="8621"/>
                  <a:pt x="10007789" y="7718"/>
                  <a:pt x="10240885" y="6814"/>
                </a:cubicBezTo>
                <a:close/>
              </a:path>
            </a:pathLst>
          </a:custGeom>
          <a:solidFill>
            <a:srgbClr val="71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40396" y="5952076"/>
            <a:ext cx="12151604" cy="905924"/>
          </a:xfrm>
          <a:custGeom>
            <a:avLst/>
            <a:gdLst>
              <a:gd name="connsiteX0" fmla="*/ 12151604 w 12151604"/>
              <a:gd name="connsiteY0" fmla="*/ 0 h 905924"/>
              <a:gd name="connsiteX1" fmla="*/ 12151604 w 12151604"/>
              <a:gd name="connsiteY1" fmla="*/ 905924 h 905924"/>
              <a:gd name="connsiteX2" fmla="*/ 0 w 12151604"/>
              <a:gd name="connsiteY2" fmla="*/ 905924 h 905924"/>
              <a:gd name="connsiteX3" fmla="*/ 25698 w 12151604"/>
              <a:gd name="connsiteY3" fmla="*/ 879978 h 905924"/>
              <a:gd name="connsiteX4" fmla="*/ 11452315 w 12151604"/>
              <a:gd name="connsiteY4" fmla="*/ 2711 h 905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51604" h="905924">
                <a:moveTo>
                  <a:pt x="12151604" y="0"/>
                </a:moveTo>
                <a:lnTo>
                  <a:pt x="12151604" y="905924"/>
                </a:lnTo>
                <a:lnTo>
                  <a:pt x="0" y="905924"/>
                </a:lnTo>
                <a:lnTo>
                  <a:pt x="25698" y="879978"/>
                </a:lnTo>
                <a:cubicBezTo>
                  <a:pt x="637563" y="417420"/>
                  <a:pt x="5427383" y="49686"/>
                  <a:pt x="11452315" y="2711"/>
                </a:cubicBezTo>
                <a:close/>
              </a:path>
            </a:pathLst>
          </a:custGeom>
          <a:solidFill>
            <a:srgbClr val="871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7"/>
          <a:stretch/>
        </p:blipFill>
        <p:spPr>
          <a:xfrm>
            <a:off x="8194520" y="1638300"/>
            <a:ext cx="4128081" cy="51149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8175" y="2812882"/>
            <a:ext cx="5573735" cy="1200329"/>
          </a:xfrm>
          <a:prstGeom prst="rect">
            <a:avLst/>
          </a:prstGeom>
          <a:solidFill>
            <a:srgbClr val="87111D"/>
          </a:solidFill>
        </p:spPr>
        <p:txBody>
          <a:bodyPr wrap="square" rtlCol="0">
            <a:spAutoFit/>
          </a:bodyPr>
          <a:lstStyle/>
          <a:p>
            <a:pPr marL="1433513" indent="-1433513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  通用输入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输出接口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8175" y="1308511"/>
            <a:ext cx="503214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rgbClr val="87111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嵌入式系统开发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688" y="1638300"/>
            <a:ext cx="937736" cy="10477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7A324F7-CFB3-4758-8CBC-FD944113F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688" y="2487635"/>
            <a:ext cx="2316204" cy="314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34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4294"/>
    </mc:Choice>
    <mc:Fallback xmlns="">
      <p:transition spd="slow" advTm="42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5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5" grpId="0" animBg="1"/>
      <p:bldP spid="8" grpId="0" animBg="1"/>
      <p:bldP spid="10" grpId="0"/>
    </p:bldLst>
  </p:timing>
  <p:extLst mod="1">
    <p:ext uri="{E180D4A7-C9FB-4DFB-919C-405C955672EB}">
      <p14:showEvtLst xmlns:p14="http://schemas.microsoft.com/office/powerpoint/2010/main">
        <p14:playEvt time="0" objId="2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76885"/>
            <a:ext cx="10681335" cy="416560"/>
          </a:xfrm>
        </p:spPr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硬件开发板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4945B1-0A3A-4A69-ACDB-BF458891F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23" y="1095493"/>
            <a:ext cx="3726094" cy="212332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6853F53-0E20-414C-A460-563FE1D0077E}"/>
              </a:ext>
            </a:extLst>
          </p:cNvPr>
          <p:cNvSpPr/>
          <p:nvPr/>
        </p:nvSpPr>
        <p:spPr>
          <a:xfrm>
            <a:off x="2134606" y="3269850"/>
            <a:ext cx="5373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libaba-PuHuiTi-B"/>
              </a:rPr>
              <a:t>LED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EFDFCB-B699-4B00-9C61-8898E393C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42" y="3883259"/>
            <a:ext cx="2438400" cy="869878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CFD9B51-0C9D-4288-939F-408192B50DDC}"/>
              </a:ext>
            </a:extLst>
          </p:cNvPr>
          <p:cNvSpPr/>
          <p:nvPr/>
        </p:nvSpPr>
        <p:spPr>
          <a:xfrm>
            <a:off x="997676" y="4922335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Alibaba-PuHuiTi-B"/>
              </a:rPr>
              <a:t>按键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3C50BD-09AF-4C3B-8EA5-79E2598DA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978" y="1095493"/>
            <a:ext cx="2630184" cy="1732908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F4F81B8-6659-49F1-9FB9-D837BCC46B30}"/>
              </a:ext>
            </a:extLst>
          </p:cNvPr>
          <p:cNvSpPr/>
          <p:nvPr/>
        </p:nvSpPr>
        <p:spPr>
          <a:xfrm>
            <a:off x="5564488" y="290622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Alibaba-PuHuiTi-B"/>
              </a:rPr>
              <a:t>电位器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669161B-53DF-4858-97EB-F7E69F430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8412" y="3873334"/>
            <a:ext cx="5452152" cy="1253448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792AB72-52FF-4A13-B5E9-7844FD2DF033}"/>
              </a:ext>
            </a:extLst>
          </p:cNvPr>
          <p:cNvSpPr>
            <a:spLocks/>
          </p:cNvSpPr>
          <p:nvPr/>
        </p:nvSpPr>
        <p:spPr>
          <a:xfrm>
            <a:off x="5139928" y="5259762"/>
            <a:ext cx="1034345" cy="369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Alibaba-PuHuiTi-B"/>
              </a:rPr>
              <a:t>EEOROM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421842A-4B4C-4B04-8D08-4D83B9559410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739822" y="1032576"/>
            <a:ext cx="1561672" cy="195209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B306A85-8CBE-402A-8F72-F8320DF784CD}"/>
              </a:ext>
            </a:extLst>
          </p:cNvPr>
          <p:cNvSpPr/>
          <p:nvPr/>
        </p:nvSpPr>
        <p:spPr>
          <a:xfrm>
            <a:off x="8197492" y="304638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LCD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CA6F8D9-7C5E-47E0-A314-7C791DD328C1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632155" y="3873334"/>
            <a:ext cx="712342" cy="1054814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F824FDB-1EE0-437E-A47C-2B1ABEAECE85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9391835" y="3883259"/>
            <a:ext cx="1643866" cy="931524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DE6EEA3-299F-417F-A522-373DF61AF079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11101190" y="3880951"/>
            <a:ext cx="1068512" cy="122605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3FCA606B-335A-434E-96EE-ECD7417F38CC}"/>
              </a:ext>
            </a:extLst>
          </p:cNvPr>
          <p:cNvSpPr>
            <a:spLocks/>
          </p:cNvSpPr>
          <p:nvPr/>
        </p:nvSpPr>
        <p:spPr>
          <a:xfrm>
            <a:off x="9838928" y="5291667"/>
            <a:ext cx="10343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Alibaba-PuHuiTi-B"/>
              </a:rPr>
              <a:t>其他</a:t>
            </a:r>
            <a:endParaRPr lang="en-US" altLang="zh-CN" dirty="0">
              <a:latin typeface="Alibaba-PuHuiTi-B"/>
            </a:endParaRPr>
          </a:p>
        </p:txBody>
      </p:sp>
    </p:spTree>
    <p:extLst>
      <p:ext uri="{BB962C8B-B14F-4D97-AF65-F5344CB8AC3E}">
        <p14:creationId xmlns:p14="http://schemas.microsoft.com/office/powerpoint/2010/main" val="1784486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CubeMX</a:t>
            </a:r>
            <a:r>
              <a:rPr lang="zh-CN" altLang="en-US" dirty="0">
                <a:sym typeface="+mn-ea"/>
              </a:rPr>
              <a:t>配置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92175" y="893445"/>
            <a:ext cx="10406380" cy="5558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332" y="476885"/>
            <a:ext cx="10681335" cy="416560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CubeMX</a:t>
            </a:r>
            <a:r>
              <a:rPr lang="zh-CN" altLang="en-US" dirty="0">
                <a:sym typeface="+mn-ea"/>
              </a:rPr>
              <a:t>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FF8B71-4ECE-4193-90B4-9B88456C6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893445"/>
            <a:ext cx="9162004" cy="5575213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70864FB6-AC1C-48C3-ADC2-0B3F4CC8FC7B}"/>
              </a:ext>
            </a:extLst>
          </p:cNvPr>
          <p:cNvSpPr/>
          <p:nvPr/>
        </p:nvSpPr>
        <p:spPr>
          <a:xfrm>
            <a:off x="3760470" y="1543050"/>
            <a:ext cx="2068830" cy="48006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87C192A-B2F3-4193-88B3-593B0A5D0FE5}"/>
              </a:ext>
            </a:extLst>
          </p:cNvPr>
          <p:cNvSpPr/>
          <p:nvPr/>
        </p:nvSpPr>
        <p:spPr>
          <a:xfrm>
            <a:off x="6697980" y="3562349"/>
            <a:ext cx="510540" cy="37397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23210C4-01B4-40C5-B10C-10F6E0F3C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569" y="1091699"/>
            <a:ext cx="8922225" cy="54293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CubeMX</a:t>
            </a:r>
            <a:r>
              <a:rPr lang="zh-CN" altLang="en-US" dirty="0">
                <a:sym typeface="+mn-ea"/>
              </a:rPr>
              <a:t>配置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BCBAC97-A2BC-4F30-8A03-61B87382E9EC}"/>
              </a:ext>
            </a:extLst>
          </p:cNvPr>
          <p:cNvSpPr/>
          <p:nvPr/>
        </p:nvSpPr>
        <p:spPr>
          <a:xfrm>
            <a:off x="6237506" y="1703890"/>
            <a:ext cx="2068830" cy="48006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12D114E-BBF2-49A8-8E5A-4D0D3F4B90FF}"/>
              </a:ext>
            </a:extLst>
          </p:cNvPr>
          <p:cNvSpPr/>
          <p:nvPr/>
        </p:nvSpPr>
        <p:spPr>
          <a:xfrm>
            <a:off x="2045594" y="2257219"/>
            <a:ext cx="1060361" cy="48006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BF22591-69C3-4AD1-84B9-9BB91642C174}"/>
              </a:ext>
            </a:extLst>
          </p:cNvPr>
          <p:cNvSpPr/>
          <p:nvPr/>
        </p:nvSpPr>
        <p:spPr>
          <a:xfrm>
            <a:off x="3296992" y="2137754"/>
            <a:ext cx="4672884" cy="2178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26087F7-47AF-442A-AD4D-B3F03046B415}"/>
              </a:ext>
            </a:extLst>
          </p:cNvPr>
          <p:cNvSpPr/>
          <p:nvPr/>
        </p:nvSpPr>
        <p:spPr>
          <a:xfrm>
            <a:off x="4318716" y="2903078"/>
            <a:ext cx="3206840" cy="2178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E07A232-4721-4DC9-96D8-8519C562A34B}"/>
              </a:ext>
            </a:extLst>
          </p:cNvPr>
          <p:cNvSpPr/>
          <p:nvPr/>
        </p:nvSpPr>
        <p:spPr>
          <a:xfrm>
            <a:off x="4924023" y="3181118"/>
            <a:ext cx="1275008" cy="2178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648D752-97CB-43BB-B235-35AFD7A88E22}"/>
              </a:ext>
            </a:extLst>
          </p:cNvPr>
          <p:cNvSpPr/>
          <p:nvPr/>
        </p:nvSpPr>
        <p:spPr>
          <a:xfrm>
            <a:off x="6888052" y="3121097"/>
            <a:ext cx="1275008" cy="2178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3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CubeMX</a:t>
            </a:r>
            <a:r>
              <a:rPr lang="zh-CN" altLang="en-US" dirty="0">
                <a:sym typeface="+mn-ea"/>
              </a:rPr>
              <a:t>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195399-A946-431F-9E8F-747E2356E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64" y="893445"/>
            <a:ext cx="9722435" cy="5916243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8BCBAC97-A2BC-4F30-8A03-61B87382E9EC}"/>
              </a:ext>
            </a:extLst>
          </p:cNvPr>
          <p:cNvSpPr/>
          <p:nvPr/>
        </p:nvSpPr>
        <p:spPr>
          <a:xfrm>
            <a:off x="6211749" y="1585979"/>
            <a:ext cx="2068830" cy="48006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12D114E-BBF2-49A8-8E5A-4D0D3F4B90FF}"/>
              </a:ext>
            </a:extLst>
          </p:cNvPr>
          <p:cNvSpPr/>
          <p:nvPr/>
        </p:nvSpPr>
        <p:spPr>
          <a:xfrm>
            <a:off x="1674253" y="2148357"/>
            <a:ext cx="1060361" cy="48006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BF22591-69C3-4AD1-84B9-9BB91642C174}"/>
              </a:ext>
            </a:extLst>
          </p:cNvPr>
          <p:cNvSpPr/>
          <p:nvPr/>
        </p:nvSpPr>
        <p:spPr>
          <a:xfrm>
            <a:off x="3105955" y="2100382"/>
            <a:ext cx="4672884" cy="2178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26087F7-47AF-442A-AD4D-B3F03046B415}"/>
              </a:ext>
            </a:extLst>
          </p:cNvPr>
          <p:cNvSpPr/>
          <p:nvPr/>
        </p:nvSpPr>
        <p:spPr>
          <a:xfrm>
            <a:off x="6366456" y="3156362"/>
            <a:ext cx="3206840" cy="2178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23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CubeMX</a:t>
            </a:r>
            <a:r>
              <a:rPr lang="zh-CN" altLang="en-US" dirty="0">
                <a:sym typeface="+mn-ea"/>
              </a:rPr>
              <a:t>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C1D8B4-8B59-4D89-B2B4-4135D803F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994" y="942086"/>
            <a:ext cx="9281376" cy="5647852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D3320F2D-494D-4AFB-8C94-0DFA07B6F8E1}"/>
              </a:ext>
            </a:extLst>
          </p:cNvPr>
          <p:cNvSpPr/>
          <p:nvPr/>
        </p:nvSpPr>
        <p:spPr>
          <a:xfrm>
            <a:off x="1828800" y="2873867"/>
            <a:ext cx="1060361" cy="48006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F95D009-5B5A-4D61-891C-108AA4ED67B1}"/>
              </a:ext>
            </a:extLst>
          </p:cNvPr>
          <p:cNvSpPr/>
          <p:nvPr/>
        </p:nvSpPr>
        <p:spPr>
          <a:xfrm>
            <a:off x="3163909" y="2237669"/>
            <a:ext cx="1936125" cy="2178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4D8D84-968B-4933-B8D5-B93D44566C8D}"/>
              </a:ext>
            </a:extLst>
          </p:cNvPr>
          <p:cNvSpPr/>
          <p:nvPr/>
        </p:nvSpPr>
        <p:spPr>
          <a:xfrm>
            <a:off x="3224011" y="3040452"/>
            <a:ext cx="3206840" cy="2178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5E35B3E-92C8-4ADC-8675-8DCB32AD995B}"/>
              </a:ext>
            </a:extLst>
          </p:cNvPr>
          <p:cNvSpPr/>
          <p:nvPr/>
        </p:nvSpPr>
        <p:spPr>
          <a:xfrm>
            <a:off x="3224011" y="3387339"/>
            <a:ext cx="1876023" cy="2178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77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CubeMX</a:t>
            </a:r>
            <a:r>
              <a:rPr lang="zh-CN" altLang="en-US" dirty="0">
                <a:sym typeface="+mn-ea"/>
              </a:rPr>
              <a:t>配置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AAE728-BF35-4BB3-94BA-EEB386D03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275" y="983598"/>
            <a:ext cx="9060813" cy="5513637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BF874B7A-3351-4FE8-9763-BB1EB3B2D6FF}"/>
              </a:ext>
            </a:extLst>
          </p:cNvPr>
          <p:cNvSpPr/>
          <p:nvPr/>
        </p:nvSpPr>
        <p:spPr>
          <a:xfrm>
            <a:off x="1966175" y="3607963"/>
            <a:ext cx="1060361" cy="48006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6BEEF90-571D-45B8-8EFB-BB70B47266CB}"/>
              </a:ext>
            </a:extLst>
          </p:cNvPr>
          <p:cNvSpPr/>
          <p:nvPr/>
        </p:nvSpPr>
        <p:spPr>
          <a:xfrm>
            <a:off x="3352800" y="2191287"/>
            <a:ext cx="3189668" cy="39307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41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CubeMX</a:t>
            </a:r>
            <a:r>
              <a:rPr lang="zh-CN" altLang="en-US" dirty="0">
                <a:sym typeface="+mn-ea"/>
              </a:rPr>
              <a:t>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361769-0B7D-414F-BC77-72F1C11C0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460" y="1013252"/>
            <a:ext cx="9238444" cy="5585732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1859BE9A-12C7-49BF-8ACA-631ED49939B8}"/>
              </a:ext>
            </a:extLst>
          </p:cNvPr>
          <p:cNvSpPr/>
          <p:nvPr/>
        </p:nvSpPr>
        <p:spPr>
          <a:xfrm>
            <a:off x="1858851" y="2511380"/>
            <a:ext cx="678288" cy="1631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E4FDD3-4CE4-46F1-9884-302426C3CB4D}"/>
              </a:ext>
            </a:extLst>
          </p:cNvPr>
          <p:cNvSpPr/>
          <p:nvPr/>
        </p:nvSpPr>
        <p:spPr>
          <a:xfrm>
            <a:off x="3455831" y="2232338"/>
            <a:ext cx="5786907" cy="27303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90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F1FF75B-6E38-43F2-A047-2FD49133F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86" y="1233127"/>
            <a:ext cx="8870192" cy="53544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CubeMX</a:t>
            </a:r>
            <a:r>
              <a:rPr lang="zh-CN" altLang="en-US" dirty="0">
                <a:sym typeface="+mn-ea"/>
              </a:rPr>
              <a:t>配置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859BE9A-12C7-49BF-8ACA-631ED49939B8}"/>
              </a:ext>
            </a:extLst>
          </p:cNvPr>
          <p:cNvSpPr/>
          <p:nvPr/>
        </p:nvSpPr>
        <p:spPr>
          <a:xfrm>
            <a:off x="3739165" y="1728354"/>
            <a:ext cx="274749" cy="237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704DB51-8A21-45CE-8CF3-950E43E62AB7}"/>
              </a:ext>
            </a:extLst>
          </p:cNvPr>
          <p:cNvSpPr/>
          <p:nvPr/>
        </p:nvSpPr>
        <p:spPr>
          <a:xfrm>
            <a:off x="6121438" y="2769397"/>
            <a:ext cx="1816241" cy="39022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F8DE94E-54BB-4B48-ABDB-BE3FC1D0F438}"/>
              </a:ext>
            </a:extLst>
          </p:cNvPr>
          <p:cNvSpPr/>
          <p:nvPr/>
        </p:nvSpPr>
        <p:spPr>
          <a:xfrm>
            <a:off x="4449650" y="2578635"/>
            <a:ext cx="403860" cy="30199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9BAA47D-8923-435F-86DD-635A11BF8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5264" y="2452957"/>
            <a:ext cx="3880836" cy="2914755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04424D0A-6831-4885-AFDF-B9E87BB244D7}"/>
              </a:ext>
            </a:extLst>
          </p:cNvPr>
          <p:cNvSpPr/>
          <p:nvPr/>
        </p:nvSpPr>
        <p:spPr>
          <a:xfrm>
            <a:off x="5696989" y="2618399"/>
            <a:ext cx="403860" cy="26223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0C258C3-9677-4AFD-ABA2-57B1BB0BA5F0}"/>
              </a:ext>
            </a:extLst>
          </p:cNvPr>
          <p:cNvSpPr/>
          <p:nvPr/>
        </p:nvSpPr>
        <p:spPr>
          <a:xfrm>
            <a:off x="4308217" y="3429000"/>
            <a:ext cx="1173890" cy="42178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4DEFE23-B200-4083-8A49-3D3BF9648086}"/>
              </a:ext>
            </a:extLst>
          </p:cNvPr>
          <p:cNvSpPr/>
          <p:nvPr/>
        </p:nvSpPr>
        <p:spPr>
          <a:xfrm>
            <a:off x="4400515" y="4187465"/>
            <a:ext cx="3485648" cy="26223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C3ECD98-C036-4E1E-9AF7-B20F6288E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580" y="3220312"/>
            <a:ext cx="2878294" cy="196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0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4" grpId="0" animBg="1"/>
      <p:bldP spid="11" grpId="0" animBg="1"/>
      <p:bldP spid="15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CubeMX</a:t>
            </a:r>
            <a:r>
              <a:rPr lang="zh-CN" altLang="en-US" dirty="0">
                <a:sym typeface="+mn-ea"/>
              </a:rPr>
              <a:t>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2E254B-76B1-4D99-B8C9-8E7F03E66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192" y="1083521"/>
            <a:ext cx="9054979" cy="5474806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93860878-57C7-4895-B6F0-9C5217C12808}"/>
              </a:ext>
            </a:extLst>
          </p:cNvPr>
          <p:cNvSpPr/>
          <p:nvPr/>
        </p:nvSpPr>
        <p:spPr>
          <a:xfrm>
            <a:off x="1751525" y="1569515"/>
            <a:ext cx="274749" cy="237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8FE9781-2EF5-49B9-8547-9BDE2D6163F5}"/>
              </a:ext>
            </a:extLst>
          </p:cNvPr>
          <p:cNvSpPr/>
          <p:nvPr/>
        </p:nvSpPr>
        <p:spPr>
          <a:xfrm>
            <a:off x="2665927" y="5991261"/>
            <a:ext cx="1588394" cy="237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12476C-CC9D-4DED-9260-CE52E814B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607" y="1326174"/>
            <a:ext cx="6039016" cy="442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6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CubeMX</a:t>
            </a:r>
            <a:r>
              <a:rPr lang="zh-CN" altLang="en-US" dirty="0">
                <a:sym typeface="+mn-ea"/>
              </a:rPr>
              <a:t>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5E76A5-109F-49E0-9E15-F12D12E41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210" y="1287888"/>
            <a:ext cx="5574961" cy="4082602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C6443C3-FF20-4AD4-B9F8-422BB69DE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29" y="1287888"/>
            <a:ext cx="5615998" cy="4112653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9FA883-16B1-4B7B-B025-3F5AC17822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640" y="1194350"/>
            <a:ext cx="8674357" cy="5238648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E4507870-426E-4201-BBAF-FF1B428F91EB}"/>
              </a:ext>
            </a:extLst>
          </p:cNvPr>
          <p:cNvSpPr/>
          <p:nvPr/>
        </p:nvSpPr>
        <p:spPr>
          <a:xfrm>
            <a:off x="3734873" y="1689717"/>
            <a:ext cx="334851" cy="237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F0E667C-013E-4A7C-A8F2-165FB7E38B2E}"/>
              </a:ext>
            </a:extLst>
          </p:cNvPr>
          <p:cNvSpPr/>
          <p:nvPr/>
        </p:nvSpPr>
        <p:spPr>
          <a:xfrm>
            <a:off x="6503832" y="2522551"/>
            <a:ext cx="510862" cy="237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ED9584B-CC8D-431E-A287-A214B2FD2BB9}"/>
              </a:ext>
            </a:extLst>
          </p:cNvPr>
          <p:cNvSpPr/>
          <p:nvPr/>
        </p:nvSpPr>
        <p:spPr>
          <a:xfrm>
            <a:off x="5931827" y="2734999"/>
            <a:ext cx="1588394" cy="237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487D5DF-C823-4038-BCD7-46AEA604D7CC}"/>
              </a:ext>
            </a:extLst>
          </p:cNvPr>
          <p:cNvSpPr/>
          <p:nvPr/>
        </p:nvSpPr>
        <p:spPr>
          <a:xfrm>
            <a:off x="7416050" y="2700709"/>
            <a:ext cx="510862" cy="237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51DC75B-7C3B-4AC3-946D-46F67A4212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596" y="3104477"/>
            <a:ext cx="3833613" cy="2465635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3C966E06-241E-4F7E-9947-5791CBFB5822}"/>
              </a:ext>
            </a:extLst>
          </p:cNvPr>
          <p:cNvSpPr/>
          <p:nvPr/>
        </p:nvSpPr>
        <p:spPr>
          <a:xfrm>
            <a:off x="6272703" y="3651599"/>
            <a:ext cx="1540480" cy="237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0B6CD6-D635-436C-B4D1-812D9344CC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6596" y="3088876"/>
            <a:ext cx="3833613" cy="2465636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1BEED1A5-6DBF-487A-9988-99DFF4FA5272}"/>
              </a:ext>
            </a:extLst>
          </p:cNvPr>
          <p:cNvSpPr/>
          <p:nvPr/>
        </p:nvSpPr>
        <p:spPr>
          <a:xfrm>
            <a:off x="5412344" y="3256647"/>
            <a:ext cx="547989" cy="23782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0A3CD3F-A282-4257-AF7E-9A2BA91332E5}"/>
              </a:ext>
            </a:extLst>
          </p:cNvPr>
          <p:cNvSpPr/>
          <p:nvPr/>
        </p:nvSpPr>
        <p:spPr>
          <a:xfrm>
            <a:off x="5931826" y="3795373"/>
            <a:ext cx="675035" cy="14127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4DEDA45-F86E-4D62-A67F-1E8C7843A400}"/>
              </a:ext>
            </a:extLst>
          </p:cNvPr>
          <p:cNvSpPr/>
          <p:nvPr/>
        </p:nvSpPr>
        <p:spPr>
          <a:xfrm>
            <a:off x="4915915" y="4173193"/>
            <a:ext cx="3232119" cy="21244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10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 27"/>
          <p:cNvSpPr/>
          <p:nvPr/>
        </p:nvSpPr>
        <p:spPr>
          <a:xfrm>
            <a:off x="0" y="5892799"/>
            <a:ext cx="12192000" cy="965201"/>
          </a:xfrm>
          <a:custGeom>
            <a:avLst/>
            <a:gdLst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0 w 10231360"/>
              <a:gd name="connsiteY3" fmla="*/ 458936 h 902627"/>
              <a:gd name="connsiteX4" fmla="*/ 401188 w 10231360"/>
              <a:gd name="connsiteY4" fmla="*/ 411519 h 902627"/>
              <a:gd name="connsiteX5" fmla="*/ 9532071 w 10231360"/>
              <a:gd name="connsiteY5" fmla="*/ 2711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401188 w 10231360"/>
              <a:gd name="connsiteY4" fmla="*/ 4115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401188 w 10231360"/>
              <a:gd name="connsiteY4" fmla="*/ 4115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477388 w 10231360"/>
              <a:gd name="connsiteY4" fmla="*/ 5258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477388 w 10231360"/>
              <a:gd name="connsiteY4" fmla="*/ 5258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553588 w 10231360"/>
              <a:gd name="connsiteY4" fmla="*/ 5766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553588 w 10231360"/>
              <a:gd name="connsiteY4" fmla="*/ 5766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553588 w 10231360"/>
              <a:gd name="connsiteY4" fmla="*/ 5766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553588 w 10231360"/>
              <a:gd name="connsiteY4" fmla="*/ 5766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553588 w 10231360"/>
              <a:gd name="connsiteY4" fmla="*/ 5766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31360 w 10231360"/>
              <a:gd name="connsiteY0" fmla="*/ 19372 h 921999"/>
              <a:gd name="connsiteX1" fmla="*/ 10231360 w 10231360"/>
              <a:gd name="connsiteY1" fmla="*/ 921999 h 921999"/>
              <a:gd name="connsiteX2" fmla="*/ 0 w 10231360"/>
              <a:gd name="connsiteY2" fmla="*/ 921999 h 921999"/>
              <a:gd name="connsiteX3" fmla="*/ 25400 w 10231360"/>
              <a:gd name="connsiteY3" fmla="*/ 884708 h 921999"/>
              <a:gd name="connsiteX4" fmla="*/ 553588 w 10231360"/>
              <a:gd name="connsiteY4" fmla="*/ 595991 h 921999"/>
              <a:gd name="connsiteX5" fmla="*/ 9532071 w 10231360"/>
              <a:gd name="connsiteY5" fmla="*/ 22083 h 921999"/>
              <a:gd name="connsiteX6" fmla="*/ 10231360 w 10231360"/>
              <a:gd name="connsiteY6" fmla="*/ 19372 h 921999"/>
              <a:gd name="connsiteX0" fmla="*/ 10231360 w 10231360"/>
              <a:gd name="connsiteY0" fmla="*/ 23603 h 926230"/>
              <a:gd name="connsiteX1" fmla="*/ 10231360 w 10231360"/>
              <a:gd name="connsiteY1" fmla="*/ 926230 h 926230"/>
              <a:gd name="connsiteX2" fmla="*/ 0 w 10231360"/>
              <a:gd name="connsiteY2" fmla="*/ 926230 h 926230"/>
              <a:gd name="connsiteX3" fmla="*/ 25400 w 10231360"/>
              <a:gd name="connsiteY3" fmla="*/ 888939 h 926230"/>
              <a:gd name="connsiteX4" fmla="*/ 553588 w 10231360"/>
              <a:gd name="connsiteY4" fmla="*/ 600222 h 926230"/>
              <a:gd name="connsiteX5" fmla="*/ 9532071 w 10231360"/>
              <a:gd name="connsiteY5" fmla="*/ 26314 h 926230"/>
              <a:gd name="connsiteX6" fmla="*/ 10231360 w 10231360"/>
              <a:gd name="connsiteY6" fmla="*/ 23603 h 926230"/>
              <a:gd name="connsiteX0" fmla="*/ 10231360 w 10231360"/>
              <a:gd name="connsiteY0" fmla="*/ 0 h 902627"/>
              <a:gd name="connsiteX1" fmla="*/ 10231360 w 10231360"/>
              <a:gd name="connsiteY1" fmla="*/ 902627 h 902627"/>
              <a:gd name="connsiteX2" fmla="*/ 0 w 10231360"/>
              <a:gd name="connsiteY2" fmla="*/ 902627 h 902627"/>
              <a:gd name="connsiteX3" fmla="*/ 25400 w 10231360"/>
              <a:gd name="connsiteY3" fmla="*/ 865336 h 902627"/>
              <a:gd name="connsiteX4" fmla="*/ 553588 w 10231360"/>
              <a:gd name="connsiteY4" fmla="*/ 576619 h 902627"/>
              <a:gd name="connsiteX5" fmla="*/ 9532071 w 10231360"/>
              <a:gd name="connsiteY5" fmla="*/ 2711 h 902627"/>
              <a:gd name="connsiteX6" fmla="*/ 10231360 w 10231360"/>
              <a:gd name="connsiteY6" fmla="*/ 0 h 902627"/>
              <a:gd name="connsiteX0" fmla="*/ 10240885 w 10240885"/>
              <a:gd name="connsiteY0" fmla="*/ 0 h 969302"/>
              <a:gd name="connsiteX1" fmla="*/ 10231360 w 10240885"/>
              <a:gd name="connsiteY1" fmla="*/ 969302 h 969302"/>
              <a:gd name="connsiteX2" fmla="*/ 0 w 10240885"/>
              <a:gd name="connsiteY2" fmla="*/ 969302 h 969302"/>
              <a:gd name="connsiteX3" fmla="*/ 25400 w 10240885"/>
              <a:gd name="connsiteY3" fmla="*/ 932011 h 969302"/>
              <a:gd name="connsiteX4" fmla="*/ 553588 w 10240885"/>
              <a:gd name="connsiteY4" fmla="*/ 643294 h 969302"/>
              <a:gd name="connsiteX5" fmla="*/ 9532071 w 10240885"/>
              <a:gd name="connsiteY5" fmla="*/ 69386 h 969302"/>
              <a:gd name="connsiteX6" fmla="*/ 10240885 w 10240885"/>
              <a:gd name="connsiteY6" fmla="*/ 0 h 969302"/>
              <a:gd name="connsiteX0" fmla="*/ 10240885 w 10240885"/>
              <a:gd name="connsiteY0" fmla="*/ 6814 h 976116"/>
              <a:gd name="connsiteX1" fmla="*/ 10231360 w 10240885"/>
              <a:gd name="connsiteY1" fmla="*/ 976116 h 976116"/>
              <a:gd name="connsiteX2" fmla="*/ 0 w 10240885"/>
              <a:gd name="connsiteY2" fmla="*/ 976116 h 976116"/>
              <a:gd name="connsiteX3" fmla="*/ 25400 w 10240885"/>
              <a:gd name="connsiteY3" fmla="*/ 938825 h 976116"/>
              <a:gd name="connsiteX4" fmla="*/ 553588 w 10240885"/>
              <a:gd name="connsiteY4" fmla="*/ 650108 h 976116"/>
              <a:gd name="connsiteX5" fmla="*/ 9541596 w 10240885"/>
              <a:gd name="connsiteY5" fmla="*/ 0 h 976116"/>
              <a:gd name="connsiteX6" fmla="*/ 10240885 w 10240885"/>
              <a:gd name="connsiteY6" fmla="*/ 6814 h 976116"/>
              <a:gd name="connsiteX0" fmla="*/ 10240885 w 10240885"/>
              <a:gd name="connsiteY0" fmla="*/ 6814 h 976116"/>
              <a:gd name="connsiteX1" fmla="*/ 10231360 w 10240885"/>
              <a:gd name="connsiteY1" fmla="*/ 976116 h 976116"/>
              <a:gd name="connsiteX2" fmla="*/ 0 w 10240885"/>
              <a:gd name="connsiteY2" fmla="*/ 976116 h 976116"/>
              <a:gd name="connsiteX3" fmla="*/ 25400 w 10240885"/>
              <a:gd name="connsiteY3" fmla="*/ 938825 h 976116"/>
              <a:gd name="connsiteX4" fmla="*/ 553588 w 10240885"/>
              <a:gd name="connsiteY4" fmla="*/ 650108 h 976116"/>
              <a:gd name="connsiteX5" fmla="*/ 9541596 w 10240885"/>
              <a:gd name="connsiteY5" fmla="*/ 0 h 976116"/>
              <a:gd name="connsiteX6" fmla="*/ 10240885 w 10240885"/>
              <a:gd name="connsiteY6" fmla="*/ 6814 h 976116"/>
              <a:gd name="connsiteX0" fmla="*/ 10240885 w 10240885"/>
              <a:gd name="connsiteY0" fmla="*/ 6814 h 976116"/>
              <a:gd name="connsiteX1" fmla="*/ 10231360 w 10240885"/>
              <a:gd name="connsiteY1" fmla="*/ 976116 h 976116"/>
              <a:gd name="connsiteX2" fmla="*/ 0 w 10240885"/>
              <a:gd name="connsiteY2" fmla="*/ 976116 h 976116"/>
              <a:gd name="connsiteX3" fmla="*/ 25400 w 10240885"/>
              <a:gd name="connsiteY3" fmla="*/ 938825 h 976116"/>
              <a:gd name="connsiteX4" fmla="*/ 553588 w 10240885"/>
              <a:gd name="connsiteY4" fmla="*/ 650108 h 976116"/>
              <a:gd name="connsiteX5" fmla="*/ 9541596 w 10240885"/>
              <a:gd name="connsiteY5" fmla="*/ 0 h 976116"/>
              <a:gd name="connsiteX6" fmla="*/ 10240885 w 10240885"/>
              <a:gd name="connsiteY6" fmla="*/ 6814 h 976116"/>
              <a:gd name="connsiteX0" fmla="*/ 10240885 w 10240885"/>
              <a:gd name="connsiteY0" fmla="*/ 6814 h 976116"/>
              <a:gd name="connsiteX1" fmla="*/ 10231360 w 10240885"/>
              <a:gd name="connsiteY1" fmla="*/ 976116 h 976116"/>
              <a:gd name="connsiteX2" fmla="*/ 0 w 10240885"/>
              <a:gd name="connsiteY2" fmla="*/ 976116 h 976116"/>
              <a:gd name="connsiteX3" fmla="*/ 25400 w 10240885"/>
              <a:gd name="connsiteY3" fmla="*/ 938825 h 976116"/>
              <a:gd name="connsiteX4" fmla="*/ 553588 w 10240885"/>
              <a:gd name="connsiteY4" fmla="*/ 650108 h 976116"/>
              <a:gd name="connsiteX5" fmla="*/ 9541596 w 10240885"/>
              <a:gd name="connsiteY5" fmla="*/ 0 h 976116"/>
              <a:gd name="connsiteX6" fmla="*/ 10240885 w 10240885"/>
              <a:gd name="connsiteY6" fmla="*/ 6814 h 976116"/>
              <a:gd name="connsiteX0" fmla="*/ 10240885 w 10240885"/>
              <a:gd name="connsiteY0" fmla="*/ 6814 h 976116"/>
              <a:gd name="connsiteX1" fmla="*/ 10231360 w 10240885"/>
              <a:gd name="connsiteY1" fmla="*/ 976116 h 976116"/>
              <a:gd name="connsiteX2" fmla="*/ 0 w 10240885"/>
              <a:gd name="connsiteY2" fmla="*/ 976116 h 976116"/>
              <a:gd name="connsiteX3" fmla="*/ 25400 w 10240885"/>
              <a:gd name="connsiteY3" fmla="*/ 938825 h 976116"/>
              <a:gd name="connsiteX4" fmla="*/ 553588 w 10240885"/>
              <a:gd name="connsiteY4" fmla="*/ 650108 h 976116"/>
              <a:gd name="connsiteX5" fmla="*/ 9541596 w 10240885"/>
              <a:gd name="connsiteY5" fmla="*/ 0 h 976116"/>
              <a:gd name="connsiteX6" fmla="*/ 10240885 w 10240885"/>
              <a:gd name="connsiteY6" fmla="*/ 6814 h 97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40885" h="976116">
                <a:moveTo>
                  <a:pt x="10240885" y="6814"/>
                </a:moveTo>
                <a:lnTo>
                  <a:pt x="10231360" y="976116"/>
                </a:lnTo>
                <a:lnTo>
                  <a:pt x="0" y="976116"/>
                </a:lnTo>
                <a:lnTo>
                  <a:pt x="25400" y="938825"/>
                </a:lnTo>
                <a:cubicBezTo>
                  <a:pt x="165479" y="827769"/>
                  <a:pt x="311909" y="716714"/>
                  <a:pt x="553588" y="650108"/>
                </a:cubicBezTo>
                <a:cubicBezTo>
                  <a:pt x="2924822" y="-19185"/>
                  <a:pt x="5922313" y="29360"/>
                  <a:pt x="9541596" y="0"/>
                </a:cubicBezTo>
                <a:cubicBezTo>
                  <a:pt x="9784217" y="8621"/>
                  <a:pt x="10007789" y="7718"/>
                  <a:pt x="10240885" y="6814"/>
                </a:cubicBezTo>
                <a:close/>
              </a:path>
            </a:pathLst>
          </a:custGeom>
          <a:solidFill>
            <a:srgbClr val="710004"/>
          </a:solidFill>
          <a:ln>
            <a:solidFill>
              <a:srgbClr val="8711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40396" y="5952076"/>
            <a:ext cx="12151604" cy="905924"/>
          </a:xfrm>
          <a:custGeom>
            <a:avLst/>
            <a:gdLst>
              <a:gd name="connsiteX0" fmla="*/ 12151604 w 12151604"/>
              <a:gd name="connsiteY0" fmla="*/ 0 h 905924"/>
              <a:gd name="connsiteX1" fmla="*/ 12151604 w 12151604"/>
              <a:gd name="connsiteY1" fmla="*/ 905924 h 905924"/>
              <a:gd name="connsiteX2" fmla="*/ 0 w 12151604"/>
              <a:gd name="connsiteY2" fmla="*/ 905924 h 905924"/>
              <a:gd name="connsiteX3" fmla="*/ 25698 w 12151604"/>
              <a:gd name="connsiteY3" fmla="*/ 879978 h 905924"/>
              <a:gd name="connsiteX4" fmla="*/ 11452315 w 12151604"/>
              <a:gd name="connsiteY4" fmla="*/ 2711 h 905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51604" h="905924">
                <a:moveTo>
                  <a:pt x="12151604" y="0"/>
                </a:moveTo>
                <a:lnTo>
                  <a:pt x="12151604" y="905924"/>
                </a:lnTo>
                <a:lnTo>
                  <a:pt x="0" y="905924"/>
                </a:lnTo>
                <a:lnTo>
                  <a:pt x="25698" y="879978"/>
                </a:lnTo>
                <a:cubicBezTo>
                  <a:pt x="637563" y="417420"/>
                  <a:pt x="5427383" y="49686"/>
                  <a:pt x="11452315" y="2711"/>
                </a:cubicBezTo>
                <a:close/>
              </a:path>
            </a:pathLst>
          </a:custGeom>
          <a:solidFill>
            <a:srgbClr val="871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7"/>
          <a:stretch/>
        </p:blipFill>
        <p:spPr>
          <a:xfrm>
            <a:off x="8194520" y="1638300"/>
            <a:ext cx="4128081" cy="51149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3215" y="4194642"/>
            <a:ext cx="2710999" cy="707886"/>
          </a:xfrm>
          <a:prstGeom prst="rect">
            <a:avLst/>
          </a:prstGeom>
          <a:solidFill>
            <a:srgbClr val="710004"/>
          </a:solidFill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下一章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3215" y="2690271"/>
            <a:ext cx="9344609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 be continue</a:t>
            </a:r>
            <a:endParaRPr lang="zh-CN" altLang="en-US" sz="9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391" y="1775729"/>
            <a:ext cx="937736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1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4421"/>
    </mc:Choice>
    <mc:Fallback xmlns="">
      <p:transition spd="slow" advTm="44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5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5" grpId="0" animBg="1"/>
      <p:bldP spid="8" grpId="0" animBg="1"/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6877</TotalTime>
  <Words>49</Words>
  <Application>Microsoft Office PowerPoint</Application>
  <PresentationFormat>宽屏</PresentationFormat>
  <Paragraphs>23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Alibaba-PuHuiTi-B</vt:lpstr>
      <vt:lpstr>等线</vt:lpstr>
      <vt:lpstr>黑体</vt:lpstr>
      <vt:lpstr>微软雅黑</vt:lpstr>
      <vt:lpstr>Arial</vt:lpstr>
      <vt:lpstr>Arial Black</vt:lpstr>
      <vt:lpstr>Office 主题​​</vt:lpstr>
      <vt:lpstr>PowerPoint 演示文稿</vt:lpstr>
      <vt:lpstr>硬件开发板</vt:lpstr>
      <vt:lpstr>CubeMX配置</vt:lpstr>
      <vt:lpstr>CubeMX配置</vt:lpstr>
      <vt:lpstr>CubeMX配置</vt:lpstr>
      <vt:lpstr>CubeMX配置</vt:lpstr>
      <vt:lpstr>CubeMX配置</vt:lpstr>
      <vt:lpstr>CubeMX配置</vt:lpstr>
      <vt:lpstr>CubeMX配置</vt:lpstr>
      <vt:lpstr>CubeMX配置</vt:lpstr>
      <vt:lpstr>CubeMX配置</vt:lpstr>
      <vt:lpstr>CubeMX配置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程志江</cp:lastModifiedBy>
  <cp:revision>97</cp:revision>
  <dcterms:created xsi:type="dcterms:W3CDTF">2017-03-23T01:58:40Z</dcterms:created>
  <dcterms:modified xsi:type="dcterms:W3CDTF">2025-10-13T03:59:55Z</dcterms:modified>
</cp:coreProperties>
</file>